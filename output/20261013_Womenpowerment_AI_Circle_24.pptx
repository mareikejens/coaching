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theme/theme2.xml" ContentType="application/vnd.openxmlformats-officedocument.them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6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1"/>
    <p:sldMasterId id="2147485197" r:id="rId2"/>
  </p:sldMasterIdLst>
  <p:notesMasterIdLst>
    <p:notesMasterId r:id="rId6"/>
  </p:notesMasterIdLst>
  <p:handoutMasterIdLst>
    <p:handoutMasterId r:id="rId7"/>
  </p:handoutMasterIdLst>
  <p:sldIdLst>
    <p:sldId id="256" r:id="rId3"/>
    <p:sldId id="2147471280" r:id="rId5"/>
  </p:sldIdLst>
  <p:sldSz cx="12192000" cy="6858000"/>
  <p:notesSz cx="6886575" cy="1001712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13"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185E7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7" autoAdjust="0"/>
    <p:restoredTop sz="94118" autoAdjust="0"/>
  </p:normalViewPr>
  <p:slideViewPr>
    <p:cSldViewPr snapToGrid="0">
      <p:cViewPr varScale="1">
        <p:scale>
          <a:sx n="111" d="100"/>
          <a:sy n="111" d="100"/>
        </p:scale>
        <p:origin x="768" y="192"/>
      </p:cViewPr>
      <p:guideLst>
        <p:guide orient="horz" pos="913"/>
        <p:guide pos="384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snapToGrid="0">
      <p:cViewPr>
        <p:scale>
          <a:sx n="75" d="100"/>
          <a:sy n="75" d="100"/>
        </p:scale>
        <p:origin x="5346" y="1470"/>
      </p:cViewPr>
      <p:guideLst/>
    </p:cSldViewPr>
  </p:notesViewPr>
  <p:gridSpacing cx="72008" cy="72008"/>
</p:viewPr>
</file>

<file path=ppt/_rels/presentation.xml.rels><?xml version="1.0" encoding="utf-8"?><Relationships xmlns="http://schemas.openxmlformats.org/package/2006/relationships"><Relationship Id="rId8" Type="http://schemas.openxmlformats.org/officeDocument/2006/relationships/tags" Target="tags/tag1.xml"/><Relationship Id="rId3" Type="http://schemas.openxmlformats.org/officeDocument/2006/relationships/slide" Target="slides/slide1.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 y="3"/>
            <a:ext cx="2984182" cy="502596"/>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00802" y="3"/>
            <a:ext cx="2984182" cy="502596"/>
          </a:xfrm>
          <a:prstGeom prst="rect">
            <a:avLst/>
          </a:prstGeom>
        </p:spPr>
        <p:txBody>
          <a:bodyPr vert="horz" lIns="92492" tIns="46246" rIns="92492" bIns="46246" rtlCol="0"/>
          <a:lstStyle>
            <a:lvl1pPr algn="r">
              <a:defRPr sz="1200"/>
            </a:lvl1pPr>
          </a:lstStyle>
          <a:p>
            <a:fld id="{57691E93-EF64-46CC-85E2-BBB5BEDB9501}" type="datetimeFigureOut">
              <a:rPr lang="en-US" sz="800"/>
              <a:t>9/8/26</a:t>
            </a:fld>
            <a:endParaRPr lang="en-US" sz="800" dirty="0"/>
          </a:p>
        </p:txBody>
      </p:sp>
      <p:sp>
        <p:nvSpPr>
          <p:cNvPr id="4" name="Footer Placeholder 3"/>
          <p:cNvSpPr>
            <a:spLocks noGrp="1"/>
          </p:cNvSpPr>
          <p:nvPr>
            <p:ph type="ftr" sz="quarter" idx="2"/>
          </p:nvPr>
        </p:nvSpPr>
        <p:spPr>
          <a:xfrm>
            <a:off x="3" y="9514534"/>
            <a:ext cx="2984182" cy="502595"/>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00802" y="9514534"/>
            <a:ext cx="2984182" cy="502595"/>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783714"/>
            <a:ext cx="6884982" cy="52334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1674" y="3"/>
            <a:ext cx="2902510" cy="502596"/>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3988" y="623888"/>
            <a:ext cx="7177088" cy="4038600"/>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1674" y="9483542"/>
            <a:ext cx="2902510" cy="502595"/>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00802" y="9483542"/>
            <a:ext cx="2893279" cy="502595"/>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7148" y="5113349"/>
            <a:ext cx="6354827" cy="4087669"/>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01029" y="0"/>
            <a:ext cx="2983973" cy="502750"/>
          </a:xfrm>
          <a:prstGeom prst="rect">
            <a:avLst/>
          </a:prstGeom>
        </p:spPr>
        <p:txBody>
          <a:bodyPr vert="horz" lIns="91440" tIns="45720" rIns="91440" bIns="45720" rtlCol="0"/>
          <a:lstStyle>
            <a:lvl1pPr algn="r">
              <a:defRPr sz="1200"/>
            </a:lvl1pPr>
          </a:lstStyle>
          <a:p>
            <a:fld id="{F2C7CF5F-7CF3-4DF3-838A-EE34544862CC}" type="datetimeFigureOut">
              <a:rPr lang="en-US" smtClean="0"/>
              <a:t>9/8/26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56" userDrawn="1">
          <p15:clr>
            <a:srgbClr val="F26B43"/>
          </p15:clr>
        </p15:guide>
        <p15:guide id="2" pos="2169"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53988" y="623888"/>
            <a:ext cx="7177088" cy="40386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r>
              <a:rPr lang="en-US"/>
              <a:t>Notes view: </a:t>
            </a:r>
            <a:fld id="{128CEAFE-FA94-43E5-B0FF-D47E1CCDD1B4}" type="slidenum">
              <a:rPr lang="en-US" smtClean="0"/>
              <a:pPr/>
              <a:t>0</a:t>
            </a:fld>
            <a:endParaRPr lang="en-US" dirty="0"/>
          </a:p>
        </p:txBody>
      </p:sp>
    </p:spTree>
    <p:extLst>
      <p:ext uri="{BB962C8B-B14F-4D97-AF65-F5344CB8AC3E}">
        <p14:creationId xmlns:p14="http://schemas.microsoft.com/office/powerpoint/2010/main" val="2851818039"/>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5.xml"/><Relationship Id="rId7" Type="http://schemas.openxmlformats.org/officeDocument/2006/relationships/image" Target="../media/image3.jpe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7.emf"/></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1.png"/><Relationship Id="rId4" Type="http://schemas.openxmlformats.org/officeDocument/2006/relationships/image" Target="../media/image10.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12.png"/><Relationship Id="rId4" Type="http://schemas.openxmlformats.org/officeDocument/2006/relationships/image" Target="../media/image10.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11.xml"/><Relationship Id="rId7" Type="http://schemas.openxmlformats.org/officeDocument/2006/relationships/image" Target="../media/image13.jp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4.xml"/><Relationship Id="rId7" Type="http://schemas.openxmlformats.org/officeDocument/2006/relationships/image" Target="../media/image2.emf"/><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15.xml"/><Relationship Id="rId9" Type="http://schemas.openxmlformats.org/officeDocument/2006/relationships/image" Target="../media/image14.jpe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6.xml"/><Relationship Id="rId5" Type="http://schemas.openxmlformats.org/officeDocument/2006/relationships/image" Target="../media/image8.png"/><Relationship Id="rId4" Type="http://schemas.openxmlformats.org/officeDocument/2006/relationships/image" Target="../media/image10.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12.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image" Target="../media/image13.jp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3.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4.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25.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8.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29.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30.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8.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35.xml"/><Relationship Id="rId7" Type="http://schemas.openxmlformats.org/officeDocument/2006/relationships/image" Target="../media/image3.jpe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Master" Target="../slideMasters/slideMaster2.xml"/><Relationship Id="rId9" Type="http://schemas.openxmlformats.org/officeDocument/2006/relationships/image" Target="../media/image5.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36.xml"/><Relationship Id="rId5" Type="http://schemas.openxmlformats.org/officeDocument/2006/relationships/image" Target="../media/image6.png"/><Relationship Id="rId4" Type="http://schemas.openxmlformats.org/officeDocument/2006/relationships/image" Target="../media/image7.emf"/></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7.xml"/><Relationship Id="rId5" Type="http://schemas.openxmlformats.org/officeDocument/2006/relationships/image" Target="../media/image11.png"/><Relationship Id="rId4" Type="http://schemas.openxmlformats.org/officeDocument/2006/relationships/image" Target="../media/image10.emf"/></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8.xml"/><Relationship Id="rId5" Type="http://schemas.openxmlformats.org/officeDocument/2006/relationships/image" Target="../media/image12.png"/><Relationship Id="rId4" Type="http://schemas.openxmlformats.org/officeDocument/2006/relationships/image" Target="../media/image10.emf"/></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3" Type="http://schemas.openxmlformats.org/officeDocument/2006/relationships/tags" Target="../tags/tag41.xml"/><Relationship Id="rId7" Type="http://schemas.openxmlformats.org/officeDocument/2006/relationships/image" Target="../media/image13.jp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44.xml"/><Relationship Id="rId7" Type="http://schemas.openxmlformats.org/officeDocument/2006/relationships/image" Target="../media/image2.emf"/><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oleObject" Target="../embeddings/oleObject5.bin"/><Relationship Id="rId5" Type="http://schemas.openxmlformats.org/officeDocument/2006/relationships/slideMaster" Target="../slideMasters/slideMaster2.xml"/><Relationship Id="rId4" Type="http://schemas.openxmlformats.org/officeDocument/2006/relationships/tags" Target="../tags/tag45.xml"/><Relationship Id="rId9" Type="http://schemas.openxmlformats.org/officeDocument/2006/relationships/image" Target="../media/image14.jpe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6.xml"/><Relationship Id="rId5" Type="http://schemas.openxmlformats.org/officeDocument/2006/relationships/image" Target="../media/image8.png"/><Relationship Id="rId4" Type="http://schemas.openxmlformats.org/officeDocument/2006/relationships/image" Target="../media/image10.emf"/></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47.xml"/><Relationship Id="rId5" Type="http://schemas.openxmlformats.org/officeDocument/2006/relationships/image" Target="../media/image12.png"/><Relationship Id="rId4" Type="http://schemas.openxmlformats.org/officeDocument/2006/relationships/image" Target="../media/image2.emf"/></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3" Type="http://schemas.openxmlformats.org/officeDocument/2006/relationships/tags" Target="../tags/tag50.xml"/><Relationship Id="rId7" Type="http://schemas.openxmlformats.org/officeDocument/2006/relationships/image" Target="../media/image13.jp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tags" Target="../tags/tag51.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53.xml"/><Relationship Id="rId4" Type="http://schemas.openxmlformats.org/officeDocument/2006/relationships/image" Target="../media/image1.emf"/></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54.xml"/><Relationship Id="rId4" Type="http://schemas.openxmlformats.org/officeDocument/2006/relationships/image" Target="../media/image1.emf"/></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55.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1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xml"/><Relationship Id="rId1" Type="http://schemas.openxmlformats.org/officeDocument/2006/relationships/tags" Target="../tags/tag58.xml"/><Relationship Id="rId4" Type="http://schemas.openxmlformats.org/officeDocument/2006/relationships/image" Target="../media/image1.emf"/></Relationships>
</file>

<file path=ppt/slideLayouts/_rels/slideLayout13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xml"/><Relationship Id="rId1" Type="http://schemas.openxmlformats.org/officeDocument/2006/relationships/tags" Target="../tags/tag59.xml"/><Relationship Id="rId4" Type="http://schemas.openxmlformats.org/officeDocument/2006/relationships/image" Target="../media/image1.emf"/></Relationships>
</file>

<file path=ppt/slideLayouts/_rels/slideLayout13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60.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13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61.xml"/><Relationship Id="rId5" Type="http://schemas.openxmlformats.org/officeDocument/2006/relationships/image" Target="../media/image8.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41493167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84" imgH="384" progId="TCLayout.ActiveDocument.1">
                  <p:embed/>
                </p:oleObj>
              </mc:Choice>
              <mc:Fallback>
                <p:oleObj name="think-cell Folie" r:id="rId5" imgW="384" imgH="384" progId="TCLayout.ActiveDocument.1">
                  <p:embed/>
                  <p:pic>
                    <p:nvPicPr>
                      <p:cNvPr id="0" name=""/>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11" name="Group 10">
            <a:extLst>
              <a:ext uri="{FF2B5EF4-FFF2-40B4-BE49-F238E27FC236}">
                <a16:creationId xmlns:a16="http://schemas.microsoft.com/office/drawing/2014/main" id="{9CD536E5-8A25-5496-2EEE-6E364DC28888}"/>
              </a:ext>
            </a:extLst>
          </p:cNvPr>
          <p:cNvGrpSpPr/>
          <p:nvPr userDrawn="1"/>
        </p:nvGrpSpPr>
        <p:grpSpPr>
          <a:xfrm>
            <a:off x="0" y="1"/>
            <a:ext cx="12192000" cy="6858000"/>
            <a:chOff x="0" y="1"/>
            <a:chExt cx="12192000" cy="6858000"/>
          </a:xfrm>
        </p:grpSpPr>
        <p:pic>
          <p:nvPicPr>
            <p:cNvPr id="12" name="Picture 11">
              <a:extLst>
                <a:ext uri="{FF2B5EF4-FFF2-40B4-BE49-F238E27FC236}">
                  <a16:creationId xmlns:a16="http://schemas.microsoft.com/office/drawing/2014/main" id="{0D066177-2E13-7489-4CFF-12C5C46A40DC}"/>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t="-1"/>
            <a:stretch/>
          </p:blipFill>
          <p:spPr>
            <a:xfrm>
              <a:off x="0" y="1"/>
              <a:ext cx="12192000" cy="6858000"/>
            </a:xfrm>
            <a:prstGeom prst="rect">
              <a:avLst/>
            </a:prstGeom>
          </p:spPr>
        </p:pic>
        <p:sp>
          <p:nvSpPr>
            <p:cNvPr id="13" name="Rectangle 12">
              <a:extLst>
                <a:ext uri="{FF2B5EF4-FFF2-40B4-BE49-F238E27FC236}">
                  <a16:creationId xmlns:a16="http://schemas.microsoft.com/office/drawing/2014/main" id="{F5B3635B-CF05-5FA3-757E-A09ACE7B7D97}"/>
                </a:ext>
              </a:extLst>
            </p:cNvPr>
            <p:cNvSpPr/>
            <p:nvPr userDrawn="1"/>
          </p:nvSpPr>
          <p:spPr>
            <a:xfrm>
              <a:off x="0" y="1"/>
              <a:ext cx="12192000" cy="6858000"/>
            </a:xfrm>
            <a:prstGeom prst="rect">
              <a:avLst/>
            </a:prstGeom>
            <a:solidFill>
              <a:schemeClr val="bg2">
                <a:lumMod val="10000"/>
                <a:alpha val="57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9BA74"/>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pSp>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cstate="screen">
            <a:extLst>
              <a:ext uri="{28A0092B-C50C-407E-A947-70E740481C1C}">
                <a14:useLocalDpi xmlns:a14="http://schemas.microsoft.com/office/drawing/2010/main"/>
              </a:ext>
            </a:extLst>
          </a:blip>
          <a:srcRect l="1731" t="8741" r="102" b="27"/>
          <a:stretch/>
        </p:blipFill>
        <p:spPr>
          <a:xfrm rot="16200000" flipH="1">
            <a:off x="8471921" y="1973272"/>
            <a:ext cx="580573" cy="6858000"/>
          </a:xfrm>
          <a:prstGeom prst="rect">
            <a:avLst/>
          </a:prstGeom>
        </p:spPr>
      </p:pic>
      <p:sp>
        <p:nvSpPr>
          <p:cNvPr id="21" name="Rectangle 20"/>
          <p:cNvSpPr/>
          <p:nvPr userDrawn="1"/>
        </p:nvSpPr>
        <p:spPr bwMode="black">
          <a:xfrm>
            <a:off x="630936" y="626200"/>
            <a:ext cx="8125200" cy="5529600"/>
          </a:xfrm>
          <a:prstGeom prst="rect">
            <a:avLst/>
          </a:prstGeom>
          <a:gradFill flip="none" rotWithShape="1">
            <a:gsLst>
              <a:gs pos="0">
                <a:schemeClr val="accent1">
                  <a:alpha val="61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vert="horz"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3"/>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pic>
        <p:nvPicPr>
          <p:cNvPr id="23" name="Picture 22">
            <a:extLst>
              <a:ext uri="{FF2B5EF4-FFF2-40B4-BE49-F238E27FC236}">
                <a16:creationId xmlns:a16="http://schemas.microsoft.com/office/drawing/2014/main" id="{B378E65D-305A-BC93-BB8D-7C3F01E5F35A}"/>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9959340" y="5478780"/>
            <a:ext cx="1211580" cy="1211580"/>
          </a:xfrm>
          <a:prstGeom prst="rect">
            <a:avLst/>
          </a:prstGeom>
        </p:spPr>
      </p:pic>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F1E91A-7531-0146-164E-342952E12490}"/>
              </a:ext>
            </a:extLst>
          </p:cNvPr>
          <p:cNvGraphicFramePr>
            <a:graphicFrameLocks noChangeAspect="1"/>
          </p:cNvGraphicFramePr>
          <p:nvPr userDrawn="1">
            <p:custDataLst>
              <p:tags r:id="rId1"/>
            </p:custDataLst>
            <p:extLst>
              <p:ext uri="{D42A27DB-BD31-4B8C-83A1-F6EECF244321}">
                <p14:modId xmlns:p14="http://schemas.microsoft.com/office/powerpoint/2010/main" val="105309312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606" imgH="608" progId="TCLayout.ActiveDocument.1">
                  <p:embed/>
                </p:oleObj>
              </mc:Choice>
              <mc:Fallback>
                <p:oleObj name="think-cell Folie" r:id="rId3" imgW="606" imgH="608"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vert="horz"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24" imgH="324" progId="TCLayout.ActiveDocument.1">
                  <p:embed/>
                </p:oleObj>
              </mc:Choice>
              <mc:Fallback>
                <p:oleObj name="think-cell Foli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24" imgH="324" progId="TCLayout.ActiveDocument.1">
                  <p:embed/>
                </p:oleObj>
              </mc:Choice>
              <mc:Fallback>
                <p:oleObj name="think-cell Foli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cstate="screen">
            <a:extLst>
              <a:ext uri="{28A0092B-C50C-407E-A947-70E740481C1C}">
                <a14:useLocalDpi xmlns:a14="http://schemas.microsoft.com/office/drawing/2010/main"/>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5" imgW="384" imgH="384" progId="TCLayout.ActiveDocument.1">
                  <p:embed/>
                </p:oleObj>
              </mc:Choice>
              <mc:Fallback>
                <p:oleObj name="think-cell Foli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6" imgW="384" imgH="384" progId="TCLayout.ActiveDocument.1">
                  <p:embed/>
                </p:oleObj>
              </mc:Choice>
              <mc:Fallback>
                <p:oleObj name="think-cell Foli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cstate="screen">
            <a:extLst>
              <a:ext uri="{28A0092B-C50C-407E-A947-70E740481C1C}">
                <a14:useLocalDpi xmlns:a14="http://schemas.microsoft.com/office/drawing/2010/main"/>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cstate="screen">
            <a:extLst>
              <a:ext uri="{28A0092B-C50C-407E-A947-70E740481C1C}">
                <a14:useLocalDpi xmlns:a14="http://schemas.microsoft.com/office/drawing/2010/main"/>
              </a:ext>
            </a:extLst>
          </a:blip>
          <a:srcRect/>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24" imgH="324" progId="TCLayout.ActiveDocument.1">
                  <p:embed/>
                </p:oleObj>
              </mc:Choice>
              <mc:Fallback>
                <p:oleObj name="think-cell Foli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2" cstate="screen">
            <a:extLst>
              <a:ext uri="{28A0092B-C50C-407E-A947-70E740481C1C}">
                <a14:useLocalDpi xmlns:a14="http://schemas.microsoft.com/office/drawing/2010/main"/>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4" imgH="384" progId="TCLayout.ActiveDocument.1">
                  <p:embed/>
                </p:oleObj>
              </mc:Choice>
              <mc:Fallback>
                <p:oleObj name="think-cell Foli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cstate="screen">
            <a:extLst>
              <a:ext uri="{28A0092B-C50C-407E-A947-70E740481C1C}">
                <a14:useLocalDpi xmlns:a14="http://schemas.microsoft.com/office/drawing/2010/main"/>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5" imgW="384" imgH="384" progId="TCLayout.ActiveDocument.1">
                  <p:embed/>
                </p:oleObj>
              </mc:Choice>
              <mc:Fallback>
                <p:oleObj name="think-cell Foli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4" imgW="270" imgH="270" progId="TCLayout.ActiveDocument.1">
                  <p:embed/>
                </p:oleObj>
              </mc:Choice>
              <mc:Fallback>
                <p:oleObj name="think-cell Foli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2023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2023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2023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4" imgW="270" imgH="270" progId="TCLayout.ActiveDocument.1">
                  <p:embed/>
                </p:oleObj>
              </mc:Choice>
              <mc:Fallback>
                <p:oleObj name="think-cell Foli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2023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2023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2023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2023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5" imgW="384" imgH="384" progId="TCLayout.ActiveDocument.1">
                  <p:embed/>
                </p:oleObj>
              </mc:Choice>
              <mc:Fallback>
                <p:oleObj name="think-cell Folie" r:id="rId5" imgW="384" imgH="384"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grpSp>
        <p:nvGrpSpPr>
          <p:cNvPr id="11" name="Group 10">
            <a:extLst>
              <a:ext uri="{FF2B5EF4-FFF2-40B4-BE49-F238E27FC236}">
                <a16:creationId xmlns:a16="http://schemas.microsoft.com/office/drawing/2014/main" id="{9CD536E5-8A25-5496-2EEE-6E364DC28888}"/>
              </a:ext>
            </a:extLst>
          </p:cNvPr>
          <p:cNvGrpSpPr/>
          <p:nvPr userDrawn="1"/>
        </p:nvGrpSpPr>
        <p:grpSpPr>
          <a:xfrm>
            <a:off x="0" y="1"/>
            <a:ext cx="12192000" cy="6858000"/>
            <a:chOff x="0" y="1"/>
            <a:chExt cx="12192000" cy="6858000"/>
          </a:xfrm>
        </p:grpSpPr>
        <p:pic>
          <p:nvPicPr>
            <p:cNvPr id="12" name="Picture 11">
              <a:extLst>
                <a:ext uri="{FF2B5EF4-FFF2-40B4-BE49-F238E27FC236}">
                  <a16:creationId xmlns:a16="http://schemas.microsoft.com/office/drawing/2014/main" id="{0D066177-2E13-7489-4CFF-12C5C46A40DC}"/>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t="-1"/>
            <a:stretch/>
          </p:blipFill>
          <p:spPr>
            <a:xfrm>
              <a:off x="0" y="1"/>
              <a:ext cx="12192000" cy="6858000"/>
            </a:xfrm>
            <a:prstGeom prst="rect">
              <a:avLst/>
            </a:prstGeom>
          </p:spPr>
        </p:pic>
        <p:sp>
          <p:nvSpPr>
            <p:cNvPr id="13" name="Rectangle 12">
              <a:extLst>
                <a:ext uri="{FF2B5EF4-FFF2-40B4-BE49-F238E27FC236}">
                  <a16:creationId xmlns:a16="http://schemas.microsoft.com/office/drawing/2014/main" id="{F5B3635B-CF05-5FA3-757E-A09ACE7B7D97}"/>
                </a:ext>
              </a:extLst>
            </p:cNvPr>
            <p:cNvSpPr/>
            <p:nvPr userDrawn="1"/>
          </p:nvSpPr>
          <p:spPr>
            <a:xfrm>
              <a:off x="0" y="1"/>
              <a:ext cx="12192000" cy="6858000"/>
            </a:xfrm>
            <a:prstGeom prst="rect">
              <a:avLst/>
            </a:prstGeom>
            <a:solidFill>
              <a:schemeClr val="bg2">
                <a:lumMod val="10000"/>
                <a:alpha val="57000"/>
              </a:schemeClr>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9BA74"/>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pSp>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cstate="screen">
            <a:extLst>
              <a:ext uri="{28A0092B-C50C-407E-A947-70E740481C1C}">
                <a14:useLocalDpi xmlns:a14="http://schemas.microsoft.com/office/drawing/2010/main"/>
              </a:ext>
            </a:extLst>
          </a:blip>
          <a:srcRect l="1731" t="8741" r="102" b="27"/>
          <a:stretch/>
        </p:blipFill>
        <p:spPr>
          <a:xfrm rot="16200000" flipH="1">
            <a:off x="8471921" y="1973272"/>
            <a:ext cx="580573" cy="6858000"/>
          </a:xfrm>
          <a:prstGeom prst="rect">
            <a:avLst/>
          </a:prstGeom>
        </p:spPr>
      </p:pic>
      <p:sp>
        <p:nvSpPr>
          <p:cNvPr id="21" name="Rectangle 20"/>
          <p:cNvSpPr/>
          <p:nvPr userDrawn="1"/>
        </p:nvSpPr>
        <p:spPr bwMode="black">
          <a:xfrm>
            <a:off x="630936" y="626200"/>
            <a:ext cx="8125200" cy="5529600"/>
          </a:xfrm>
          <a:prstGeom prst="rect">
            <a:avLst/>
          </a:prstGeom>
          <a:gradFill flip="none" rotWithShape="1">
            <a:gsLst>
              <a:gs pos="0">
                <a:schemeClr val="accent1">
                  <a:alpha val="61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vert="horz"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3"/>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pic>
        <p:nvPicPr>
          <p:cNvPr id="23" name="Picture 22">
            <a:extLst>
              <a:ext uri="{FF2B5EF4-FFF2-40B4-BE49-F238E27FC236}">
                <a16:creationId xmlns:a16="http://schemas.microsoft.com/office/drawing/2014/main" id="{B378E65D-305A-BC93-BB8D-7C3F01E5F35A}"/>
              </a:ext>
            </a:extLst>
          </p:cNvPr>
          <p:cNvPicPr>
            <a:picLocks noChangeAspect="1"/>
          </p:cNvPicPr>
          <p:nvPr userDrawn="1"/>
        </p:nvPicPr>
        <p:blipFill>
          <a:blip r:embed="rId9" cstate="screen">
            <a:extLst>
              <a:ext uri="{28A0092B-C50C-407E-A947-70E740481C1C}">
                <a14:useLocalDpi xmlns:a14="http://schemas.microsoft.com/office/drawing/2010/main"/>
              </a:ext>
            </a:extLst>
          </a:blip>
          <a:stretch>
            <a:fillRect/>
          </a:stretch>
        </p:blipFill>
        <p:spPr>
          <a:xfrm>
            <a:off x="9959340" y="5478780"/>
            <a:ext cx="1211580" cy="1211580"/>
          </a:xfrm>
          <a:prstGeom prst="rect">
            <a:avLst/>
          </a:prstGeom>
        </p:spPr>
      </p:pic>
    </p:spTree>
    <p:extLst>
      <p:ext uri="{BB962C8B-B14F-4D97-AF65-F5344CB8AC3E}">
        <p14:creationId xmlns:p14="http://schemas.microsoft.com/office/powerpoint/2010/main" val="5366408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491887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511406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664750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60838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5826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42207677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7691648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F1E91A-7531-0146-164E-342952E12490}"/>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606" imgH="608" progId="TCLayout.ActiveDocument.1">
                  <p:embed/>
                </p:oleObj>
              </mc:Choice>
              <mc:Fallback>
                <p:oleObj name="think-cell Folie" r:id="rId3" imgW="606" imgH="608" progId="TCLayout.ActiveDocument.1">
                  <p:embed/>
                  <p:pic>
                    <p:nvPicPr>
                      <p:cNvPr id="6" name="think-cell data - do not delete" hidden="1">
                        <a:extLst>
                          <a:ext uri="{FF2B5EF4-FFF2-40B4-BE49-F238E27FC236}">
                            <a16:creationId xmlns:a16="http://schemas.microsoft.com/office/drawing/2014/main" id="{C7F1E91A-7531-0146-164E-342952E1249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vert="horz"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988844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630007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9789294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6124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28838958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24" imgH="324" progId="TCLayout.ActiveDocument.1">
                  <p:embed/>
                </p:oleObj>
              </mc:Choice>
              <mc:Fallback>
                <p:oleObj name="think-cell Foli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45737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38382180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32527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45468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533590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6788642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3328077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615463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24" imgH="324" progId="TCLayout.ActiveDocument.1">
                  <p:embed/>
                </p:oleObj>
              </mc:Choice>
              <mc:Fallback>
                <p:oleObj name="think-cell Foli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cstate="screen">
            <a:extLst>
              <a:ext uri="{28A0092B-C50C-407E-A947-70E740481C1C}">
                <a14:useLocalDpi xmlns:a14="http://schemas.microsoft.com/office/drawing/2010/main"/>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29412175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0405868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720612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3324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2947190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5" imgW="384" imgH="384" progId="TCLayout.ActiveDocument.1">
                  <p:embed/>
                </p:oleObj>
              </mc:Choice>
              <mc:Fallback>
                <p:oleObj name="think-cell Folie"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42359224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550601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6" imgW="384" imgH="384" progId="TCLayout.ActiveDocument.1">
                  <p:embed/>
                </p:oleObj>
              </mc:Choice>
              <mc:Fallback>
                <p:oleObj name="think-cell Folie" r:id="rId6" imgW="384" imgH="384" progId="TCLayout.ActiveDocument.1">
                  <p:embed/>
                  <p:pic>
                    <p:nvPicPr>
                      <p:cNvPr id="3" name="Object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cstate="screen">
            <a:extLst>
              <a:ext uri="{28A0092B-C50C-407E-A947-70E740481C1C}">
                <a14:useLocalDpi xmlns:a14="http://schemas.microsoft.com/office/drawing/2010/main"/>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cstate="screen">
            <a:extLst>
              <a:ext uri="{28A0092B-C50C-407E-A947-70E740481C1C}">
                <a14:useLocalDpi xmlns:a14="http://schemas.microsoft.com/office/drawing/2010/main"/>
              </a:ext>
            </a:extLst>
          </a:blip>
          <a:srcRect/>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925776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8953484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531194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8099521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33245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363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7276785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15555989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4146526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4793972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3083832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1294963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24" imgH="324" progId="TCLayout.ActiveDocument.1">
                  <p:embed/>
                </p:oleObj>
              </mc:Choice>
              <mc:Fallback>
                <p:oleObj name="think-cell Foli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77953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073428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513672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1563085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30768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2" cstate="screen">
            <a:extLst>
              <a:ext uri="{28A0092B-C50C-407E-A947-70E740481C1C}">
                <a14:useLocalDpi xmlns:a14="http://schemas.microsoft.com/office/drawing/2010/main"/>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0476412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93108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2" cstate="screen">
            <a:extLst>
              <a:ext uri="{28A0092B-C50C-407E-A947-70E740481C1C}">
                <a14:useLocalDpi xmlns:a14="http://schemas.microsoft.com/office/drawing/2010/main"/>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93496907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9596215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420714619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384" imgH="384" progId="TCLayout.ActiveDocument.1">
                  <p:embed/>
                </p:oleObj>
              </mc:Choice>
              <mc:Fallback>
                <p:oleObj name="think-cell Foli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cstate="screen">
            <a:extLst>
              <a:ext uri="{28A0092B-C50C-407E-A947-70E740481C1C}">
                <a14:useLocalDpi xmlns:a14="http://schemas.microsoft.com/office/drawing/2010/main"/>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6194989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18908128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3645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2023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4072536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3919991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539439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5" imgW="384" imgH="384" progId="TCLayout.ActiveDocument.1">
                  <p:embed/>
                </p:oleObj>
              </mc:Choice>
              <mc:Fallback>
                <p:oleObj name="think-cell Folie"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996508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3072279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4" imgW="270" imgH="270" progId="TCLayout.ActiveDocument.1">
                  <p:embed/>
                </p:oleObj>
              </mc:Choice>
              <mc:Fallback>
                <p:oleObj name="think-cell Foli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2023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1602369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2023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1707101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2023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41513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5678047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4" imgW="270" imgH="270" progId="TCLayout.ActiveDocument.1">
                  <p:embed/>
                </p:oleObj>
              </mc:Choice>
              <mc:Fallback>
                <p:oleObj name="think-cell Foli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2023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42554362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2023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6554863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2023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90483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cstate="screen">
            <a:extLst>
              <a:ext uri="{28A0092B-C50C-407E-A947-70E740481C1C}">
                <a14:useLocalDpi xmlns:a14="http://schemas.microsoft.com/office/drawing/2010/main"/>
              </a:ext>
            </a:extLst>
          </a:blip>
          <a:srcRect/>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2023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8322630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3" imgW="270" imgH="270" progId="TCLayout.ActiveDocument.1">
                  <p:embed/>
                </p:oleObj>
              </mc:Choice>
              <mc:Fallback>
                <p:oleObj name="think-cell Foli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2023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38855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93.xml"/><Relationship Id="rId21" Type="http://schemas.openxmlformats.org/officeDocument/2006/relationships/slideLayout" Target="../slideLayouts/slideLayout88.xml"/><Relationship Id="rId42" Type="http://schemas.openxmlformats.org/officeDocument/2006/relationships/slideLayout" Target="../slideLayouts/slideLayout109.xml"/><Relationship Id="rId47" Type="http://schemas.openxmlformats.org/officeDocument/2006/relationships/slideLayout" Target="../slideLayouts/slideLayout114.xml"/><Relationship Id="rId63" Type="http://schemas.openxmlformats.org/officeDocument/2006/relationships/slideLayout" Target="../slideLayouts/slideLayout130.xml"/><Relationship Id="rId68" Type="http://schemas.openxmlformats.org/officeDocument/2006/relationships/theme" Target="../theme/theme2.xml"/><Relationship Id="rId7" Type="http://schemas.openxmlformats.org/officeDocument/2006/relationships/slideLayout" Target="../slideLayouts/slideLayout74.xml"/><Relationship Id="rId71" Type="http://schemas.openxmlformats.org/officeDocument/2006/relationships/image" Target="../media/image1.emf"/><Relationship Id="rId2" Type="http://schemas.openxmlformats.org/officeDocument/2006/relationships/slideLayout" Target="../slideLayouts/slideLayout69.xml"/><Relationship Id="rId16" Type="http://schemas.openxmlformats.org/officeDocument/2006/relationships/slideLayout" Target="../slideLayouts/slideLayout83.xml"/><Relationship Id="rId29" Type="http://schemas.openxmlformats.org/officeDocument/2006/relationships/slideLayout" Target="../slideLayouts/slideLayout96.xml"/><Relationship Id="rId11" Type="http://schemas.openxmlformats.org/officeDocument/2006/relationships/slideLayout" Target="../slideLayouts/slideLayout78.xml"/><Relationship Id="rId24" Type="http://schemas.openxmlformats.org/officeDocument/2006/relationships/slideLayout" Target="../slideLayouts/slideLayout91.xml"/><Relationship Id="rId32" Type="http://schemas.openxmlformats.org/officeDocument/2006/relationships/slideLayout" Target="../slideLayouts/slideLayout99.xml"/><Relationship Id="rId37" Type="http://schemas.openxmlformats.org/officeDocument/2006/relationships/slideLayout" Target="../slideLayouts/slideLayout104.xml"/><Relationship Id="rId40" Type="http://schemas.openxmlformats.org/officeDocument/2006/relationships/slideLayout" Target="../slideLayouts/slideLayout107.xml"/><Relationship Id="rId45" Type="http://schemas.openxmlformats.org/officeDocument/2006/relationships/slideLayout" Target="../slideLayouts/slideLayout112.xml"/><Relationship Id="rId53" Type="http://schemas.openxmlformats.org/officeDocument/2006/relationships/slideLayout" Target="../slideLayouts/slideLayout120.xml"/><Relationship Id="rId58" Type="http://schemas.openxmlformats.org/officeDocument/2006/relationships/slideLayout" Target="../slideLayouts/slideLayout125.xml"/><Relationship Id="rId66" Type="http://schemas.openxmlformats.org/officeDocument/2006/relationships/slideLayout" Target="../slideLayouts/slideLayout133.xml"/><Relationship Id="rId5" Type="http://schemas.openxmlformats.org/officeDocument/2006/relationships/slideLayout" Target="../slideLayouts/slideLayout72.xml"/><Relationship Id="rId61" Type="http://schemas.openxmlformats.org/officeDocument/2006/relationships/slideLayout" Target="../slideLayouts/slideLayout128.xml"/><Relationship Id="rId19" Type="http://schemas.openxmlformats.org/officeDocument/2006/relationships/slideLayout" Target="../slideLayouts/slideLayout86.xml"/><Relationship Id="rId14" Type="http://schemas.openxmlformats.org/officeDocument/2006/relationships/slideLayout" Target="../slideLayouts/slideLayout81.xml"/><Relationship Id="rId22" Type="http://schemas.openxmlformats.org/officeDocument/2006/relationships/slideLayout" Target="../slideLayouts/slideLayout89.xml"/><Relationship Id="rId27" Type="http://schemas.openxmlformats.org/officeDocument/2006/relationships/slideLayout" Target="../slideLayouts/slideLayout94.xml"/><Relationship Id="rId30" Type="http://schemas.openxmlformats.org/officeDocument/2006/relationships/slideLayout" Target="../slideLayouts/slideLayout97.xml"/><Relationship Id="rId35" Type="http://schemas.openxmlformats.org/officeDocument/2006/relationships/slideLayout" Target="../slideLayouts/slideLayout102.xml"/><Relationship Id="rId43" Type="http://schemas.openxmlformats.org/officeDocument/2006/relationships/slideLayout" Target="../slideLayouts/slideLayout110.xml"/><Relationship Id="rId48" Type="http://schemas.openxmlformats.org/officeDocument/2006/relationships/slideLayout" Target="../slideLayouts/slideLayout115.xml"/><Relationship Id="rId56" Type="http://schemas.openxmlformats.org/officeDocument/2006/relationships/slideLayout" Target="../slideLayouts/slideLayout123.xml"/><Relationship Id="rId64" Type="http://schemas.openxmlformats.org/officeDocument/2006/relationships/slideLayout" Target="../slideLayouts/slideLayout131.xml"/><Relationship Id="rId69" Type="http://schemas.openxmlformats.org/officeDocument/2006/relationships/tags" Target="../tags/tag32.xml"/><Relationship Id="rId8" Type="http://schemas.openxmlformats.org/officeDocument/2006/relationships/slideLayout" Target="../slideLayouts/slideLayout75.xml"/><Relationship Id="rId51" Type="http://schemas.openxmlformats.org/officeDocument/2006/relationships/slideLayout" Target="../slideLayouts/slideLayout118.xml"/><Relationship Id="rId3" Type="http://schemas.openxmlformats.org/officeDocument/2006/relationships/slideLayout" Target="../slideLayouts/slideLayout70.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5" Type="http://schemas.openxmlformats.org/officeDocument/2006/relationships/slideLayout" Target="../slideLayouts/slideLayout92.xml"/><Relationship Id="rId33" Type="http://schemas.openxmlformats.org/officeDocument/2006/relationships/slideLayout" Target="../slideLayouts/slideLayout100.xml"/><Relationship Id="rId38" Type="http://schemas.openxmlformats.org/officeDocument/2006/relationships/slideLayout" Target="../slideLayouts/slideLayout105.xml"/><Relationship Id="rId46" Type="http://schemas.openxmlformats.org/officeDocument/2006/relationships/slideLayout" Target="../slideLayouts/slideLayout113.xml"/><Relationship Id="rId59" Type="http://schemas.openxmlformats.org/officeDocument/2006/relationships/slideLayout" Target="../slideLayouts/slideLayout126.xml"/><Relationship Id="rId67" Type="http://schemas.openxmlformats.org/officeDocument/2006/relationships/slideLayout" Target="../slideLayouts/slideLayout134.xml"/><Relationship Id="rId20" Type="http://schemas.openxmlformats.org/officeDocument/2006/relationships/slideLayout" Target="../slideLayouts/slideLayout87.xml"/><Relationship Id="rId41" Type="http://schemas.openxmlformats.org/officeDocument/2006/relationships/slideLayout" Target="../slideLayouts/slideLayout108.xml"/><Relationship Id="rId54" Type="http://schemas.openxmlformats.org/officeDocument/2006/relationships/slideLayout" Target="../slideLayouts/slideLayout121.xml"/><Relationship Id="rId62" Type="http://schemas.openxmlformats.org/officeDocument/2006/relationships/slideLayout" Target="../slideLayouts/slideLayout129.xml"/><Relationship Id="rId70" Type="http://schemas.openxmlformats.org/officeDocument/2006/relationships/oleObject" Target="../embeddings/oleObject1.bin"/><Relationship Id="rId1" Type="http://schemas.openxmlformats.org/officeDocument/2006/relationships/slideLayout" Target="../slideLayouts/slideLayout68.xml"/><Relationship Id="rId6" Type="http://schemas.openxmlformats.org/officeDocument/2006/relationships/slideLayout" Target="../slideLayouts/slideLayout73.xml"/><Relationship Id="rId15" Type="http://schemas.openxmlformats.org/officeDocument/2006/relationships/slideLayout" Target="../slideLayouts/slideLayout82.xml"/><Relationship Id="rId23" Type="http://schemas.openxmlformats.org/officeDocument/2006/relationships/slideLayout" Target="../slideLayouts/slideLayout90.xml"/><Relationship Id="rId28" Type="http://schemas.openxmlformats.org/officeDocument/2006/relationships/slideLayout" Target="../slideLayouts/slideLayout95.xml"/><Relationship Id="rId36" Type="http://schemas.openxmlformats.org/officeDocument/2006/relationships/slideLayout" Target="../slideLayouts/slideLayout103.xml"/><Relationship Id="rId49" Type="http://schemas.openxmlformats.org/officeDocument/2006/relationships/slideLayout" Target="../slideLayouts/slideLayout116.xml"/><Relationship Id="rId57" Type="http://schemas.openxmlformats.org/officeDocument/2006/relationships/slideLayout" Target="../slideLayouts/slideLayout124.xml"/><Relationship Id="rId10" Type="http://schemas.openxmlformats.org/officeDocument/2006/relationships/slideLayout" Target="../slideLayouts/slideLayout77.xml"/><Relationship Id="rId31" Type="http://schemas.openxmlformats.org/officeDocument/2006/relationships/slideLayout" Target="../slideLayouts/slideLayout98.xml"/><Relationship Id="rId44" Type="http://schemas.openxmlformats.org/officeDocument/2006/relationships/slideLayout" Target="../slideLayouts/slideLayout111.xml"/><Relationship Id="rId52" Type="http://schemas.openxmlformats.org/officeDocument/2006/relationships/slideLayout" Target="../slideLayouts/slideLayout119.xml"/><Relationship Id="rId60" Type="http://schemas.openxmlformats.org/officeDocument/2006/relationships/slideLayout" Target="../slideLayouts/slideLayout127.xml"/><Relationship Id="rId65" Type="http://schemas.openxmlformats.org/officeDocument/2006/relationships/slideLayout" Target="../slideLayouts/slideLayout132.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3" Type="http://schemas.openxmlformats.org/officeDocument/2006/relationships/slideLayout" Target="../slideLayouts/slideLayout80.xml"/><Relationship Id="rId18" Type="http://schemas.openxmlformats.org/officeDocument/2006/relationships/slideLayout" Target="../slideLayouts/slideLayout85.xml"/><Relationship Id="rId39" Type="http://schemas.openxmlformats.org/officeDocument/2006/relationships/slideLayout" Target="../slideLayouts/slideLayout106.xml"/><Relationship Id="rId34" Type="http://schemas.openxmlformats.org/officeDocument/2006/relationships/slideLayout" Target="../slideLayouts/slideLayout101.xml"/><Relationship Id="rId50" Type="http://schemas.openxmlformats.org/officeDocument/2006/relationships/slideLayout" Target="../slideLayouts/slideLayout117.xml"/><Relationship Id="rId55" Type="http://schemas.openxmlformats.org/officeDocument/2006/relationships/slideLayout" Target="../slideLayouts/slideLayout1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70" imgW="270" imgH="270" progId="TCLayout.ActiveDocument.1">
                  <p:embed/>
                </p:oleObj>
              </mc:Choice>
              <mc:Fallback>
                <p:oleObj name="think-cell Foli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70" imgW="270" imgH="270" progId="TCLayout.ActiveDocument.1">
                  <p:embed/>
                </p:oleObj>
              </mc:Choice>
              <mc:Fallback>
                <p:oleObj name="think-cell Folie" r:id="rId70" imgW="270" imgH="270" progId="TCLayout.ActiveDocument.1">
                  <p:embed/>
                  <p:pic>
                    <p:nvPicPr>
                      <p:cNvPr id="2" name="Object 1" hidden="1"/>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598316427"/>
      </p:ext>
    </p:extLst>
  </p:cSld>
  <p:clrMap bg1="lt1" tx1="dk1" bg2="lt2" tx2="dk2" accent1="accent1" accent2="accent2" accent3="accent3" accent4="accent4" accent5="accent5" accent6="accent6" hlink="hlink" folHlink="folHlink"/>
  <p:sldLayoutIdLst>
    <p:sldLayoutId id="2147485198" r:id="rId1"/>
    <p:sldLayoutId id="2147485199" r:id="rId2"/>
    <p:sldLayoutId id="2147485200" r:id="rId3"/>
    <p:sldLayoutId id="2147485201" r:id="rId4"/>
    <p:sldLayoutId id="2147485202" r:id="rId5"/>
    <p:sldLayoutId id="2147485203" r:id="rId6"/>
    <p:sldLayoutId id="2147485204" r:id="rId7"/>
    <p:sldLayoutId id="2147485205" r:id="rId8"/>
    <p:sldLayoutId id="2147485206" r:id="rId9"/>
    <p:sldLayoutId id="2147485207" r:id="rId10"/>
    <p:sldLayoutId id="2147485208" r:id="rId11"/>
    <p:sldLayoutId id="2147485209" r:id="rId12"/>
    <p:sldLayoutId id="2147485210" r:id="rId13"/>
    <p:sldLayoutId id="2147485211" r:id="rId14"/>
    <p:sldLayoutId id="2147485212" r:id="rId15"/>
    <p:sldLayoutId id="2147485213" r:id="rId16"/>
    <p:sldLayoutId id="2147485214" r:id="rId17"/>
    <p:sldLayoutId id="2147485215" r:id="rId18"/>
    <p:sldLayoutId id="2147485216" r:id="rId19"/>
    <p:sldLayoutId id="2147485217" r:id="rId20"/>
    <p:sldLayoutId id="2147485218" r:id="rId21"/>
    <p:sldLayoutId id="2147485219" r:id="rId22"/>
    <p:sldLayoutId id="2147485220" r:id="rId23"/>
    <p:sldLayoutId id="2147485221" r:id="rId24"/>
    <p:sldLayoutId id="2147485222" r:id="rId25"/>
    <p:sldLayoutId id="2147485223" r:id="rId26"/>
    <p:sldLayoutId id="2147485224" r:id="rId27"/>
    <p:sldLayoutId id="2147485225" r:id="rId28"/>
    <p:sldLayoutId id="2147485226" r:id="rId29"/>
    <p:sldLayoutId id="2147485227" r:id="rId30"/>
    <p:sldLayoutId id="2147485228" r:id="rId31"/>
    <p:sldLayoutId id="2147485229" r:id="rId32"/>
    <p:sldLayoutId id="2147485230" r:id="rId33"/>
    <p:sldLayoutId id="2147485231" r:id="rId34"/>
    <p:sldLayoutId id="2147485232" r:id="rId35"/>
    <p:sldLayoutId id="2147485233" r:id="rId36"/>
    <p:sldLayoutId id="2147485234" r:id="rId37"/>
    <p:sldLayoutId id="2147485235" r:id="rId38"/>
    <p:sldLayoutId id="2147485236" r:id="rId39"/>
    <p:sldLayoutId id="2147485237" r:id="rId40"/>
    <p:sldLayoutId id="2147485238" r:id="rId41"/>
    <p:sldLayoutId id="2147485239" r:id="rId42"/>
    <p:sldLayoutId id="2147485240" r:id="rId43"/>
    <p:sldLayoutId id="2147485241" r:id="rId44"/>
    <p:sldLayoutId id="2147485242" r:id="rId45"/>
    <p:sldLayoutId id="2147485243" r:id="rId46"/>
    <p:sldLayoutId id="2147485244" r:id="rId47"/>
    <p:sldLayoutId id="2147485245" r:id="rId48"/>
    <p:sldLayoutId id="2147485246" r:id="rId49"/>
    <p:sldLayoutId id="2147485247" r:id="rId50"/>
    <p:sldLayoutId id="2147485248" r:id="rId51"/>
    <p:sldLayoutId id="2147485249" r:id="rId52"/>
    <p:sldLayoutId id="2147485250" r:id="rId53"/>
    <p:sldLayoutId id="2147485251" r:id="rId54"/>
    <p:sldLayoutId id="2147485252" r:id="rId55"/>
    <p:sldLayoutId id="2147485253" r:id="rId56"/>
    <p:sldLayoutId id="2147485254" r:id="rId57"/>
    <p:sldLayoutId id="2147485255" r:id="rId58"/>
    <p:sldLayoutId id="2147485256" r:id="rId59"/>
    <p:sldLayoutId id="2147485257" r:id="rId60"/>
    <p:sldLayoutId id="2147485258" r:id="rId61"/>
    <p:sldLayoutId id="2147485259" r:id="rId62"/>
    <p:sldLayoutId id="2147485260" r:id="rId63"/>
    <p:sldLayoutId id="2147485261" r:id="rId64"/>
    <p:sldLayoutId id="2147485262" r:id="rId65"/>
    <p:sldLayoutId id="2147485263" r:id="rId66"/>
    <p:sldLayoutId id="2147485264"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62.xml"/><Relationship Id="rId5" Type="http://schemas.openxmlformats.org/officeDocument/2006/relationships/image" Target="../media/image2.emf"/><Relationship Id="rId4" Type="http://schemas.openxmlformats.org/officeDocument/2006/relationships/oleObject" Target="../embeddings/oleObject16.bin"/></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42580681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4" imgW="384" imgH="384" progId="TCLayout.ActiveDocument.1">
                  <p:embed/>
                </p:oleObj>
              </mc:Choice>
              <mc:Fallback>
                <p:oleObj name="think-cell Folie" r:id="rId4" imgW="384" imgH="384" progId="TCLayout.ActiveDocument.1">
                  <p:embed/>
                  <p:pic>
                    <p:nvPicPr>
                      <p:cNvPr id="0" name=""/>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3" name="Text Placeholder 12"/>
          <p:cNvSpPr>
            <a:spLocks noGrp="1"/>
          </p:cNvSpPr>
          <p:nvPr>
            <p:ph type="body" sz="quarter" idx="12"/>
          </p:nvPr>
        </p:nvSpPr>
        <p:spPr>
          <a:xfrm>
            <a:off x="1072811" y="6207842"/>
            <a:ext cx="6868800" cy="327148"/>
          </a:xfrm>
        </p:spPr>
        <p:txBody>
          <a:bodyPr/>
          <a:lstStyle/>
          <a:p>
            <a:r>
              <a:rPr lang="en-US" dirty="0"/>
              <a:t>13.10.2026</a:t>
            </a:r>
          </a:p>
        </p:txBody>
      </p:sp>
      <p:sp>
        <p:nvSpPr>
          <p:cNvPr id="12" name="Subtitle 11"/>
          <p:cNvSpPr>
            <a:spLocks noGrp="1"/>
          </p:cNvSpPr>
          <p:nvPr>
            <p:ph type="subTitle" idx="1"/>
          </p:nvPr>
        </p:nvSpPr>
        <p:spPr/>
        <p:txBody>
          <a:bodyPr/>
          <a:lstStyle/>
          <a:p>
            <a:r>
              <a:rPr lang="en-US" sz="2400" dirty="0"/>
              <a:t>BCG </a:t>
            </a:r>
            <a:r>
              <a:rPr lang="en-US" sz="2400" dirty="0" err="1"/>
              <a:t>WomenPowerment</a:t>
            </a:r>
            <a:endParaRPr lang="en-US" sz="2400" dirty="0"/>
          </a:p>
        </p:txBody>
      </p:sp>
      <p:sp>
        <p:nvSpPr>
          <p:cNvPr id="11" name="Title 10"/>
          <p:cNvSpPr>
            <a:spLocks noGrp="1"/>
          </p:cNvSpPr>
          <p:nvPr>
            <p:ph type="ctrTitle"/>
          </p:nvPr>
        </p:nvSpPr>
        <p:spPr/>
        <p:txBody>
          <a:bodyPr vert="horz">
            <a:normAutofit/>
          </a:bodyPr>
          <a:lstStyle/>
          <a:p>
            <a:r>
              <a:rPr lang="en-US" sz="6000" dirty="0"/>
              <a:t> </a:t>
            </a:r>
            <a:br>
              <a:rPr lang="en-US" sz="6000" dirty="0"/>
            </a:br>
            <a:r>
              <a:rPr lang="en-US" sz="6000" dirty="0"/>
              <a:t>AI Circle #24</a:t>
            </a:r>
          </a:p>
        </p:txBody>
      </p:sp>
    </p:spTree>
    <p:extLst>
      <p:ext uri="{BB962C8B-B14F-4D97-AF65-F5344CB8AC3E}">
        <p14:creationId xmlns:p14="http://schemas.microsoft.com/office/powerpoint/2010/main" val="19061963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BAA89-B051-31AD-DEC6-3D9122B0C78D}"/>
              </a:ext>
            </a:extLst>
          </p:cNvPr>
          <p:cNvSpPr>
            <a:spLocks noGrp="1"/>
          </p:cNvSpPr>
          <p:nvPr>
            <p:ph type="title"/>
          </p:nvPr>
        </p:nvSpPr>
        <p:spPr>
          <a:xfrm>
            <a:off x="630000" y="622800"/>
            <a:ext cx="10933200" cy="498598"/>
          </a:xfrm>
        </p:spPr>
        <p:txBody>
          <a:bodyPr/>
          <a:lstStyle/>
          <a:p>
            <a:r>
              <a:rPr lang="en-DE" b="1" dirty="0">
                <a:solidFill>
                  <a:schemeClr val="tx2"/>
                </a:solidFill>
              </a:rPr>
              <a:t>Unser Thema heute: </a:t>
            </a:r>
            <a:r>
              <a:rPr lang="en-US" sz="3600" dirty="0">
                <a:solidFill>
                  <a:schemeClr val="tx2"/>
                </a:solidFill>
                <a:latin typeface="Calibri" pitchFamily="34" charset="0"/>
                <a:ea typeface="Calibri" pitchFamily="34" charset="-122"/>
                <a:cs typeface="Calibri" pitchFamily="34" charset="-120"/>
              </a:rPr>
              <a:t>„Inside BCG“ mit Patrick Freyer</a:t>
            </a:r>
            <a:endParaRPr lang="en-DE" b="1" dirty="0">
              <a:solidFill>
                <a:schemeClr val="tx2"/>
              </a:solidFill>
            </a:endParaRPr>
          </a:p>
        </p:txBody>
      </p:sp>
      <p:pic>
        <p:nvPicPr>
          <p:cNvPr id="6" name="Picture 5">
            <a:extLst>
              <a:ext uri="{FF2B5EF4-FFF2-40B4-BE49-F238E27FC236}">
                <a16:creationId xmlns:a16="http://schemas.microsoft.com/office/drawing/2014/main" id="{898C9DE4-F70F-FF17-E65E-654E6465324A}"/>
              </a:ext>
            </a:extLst>
          </p:cNvPr>
          <p:cNvPicPr>
            <a:picLocks noChangeAspect="1"/>
          </p:cNvPicPr>
          <p:nvPr/>
        </p:nvPicPr>
        <p:blipFill>
          <a:blip r:embed="rId2"/>
          <a:stretch>
            <a:fillRect/>
          </a:stretch>
        </p:blipFill>
        <p:spPr>
          <a:xfrm>
            <a:off x="1427865" y="1470144"/>
            <a:ext cx="9128246" cy="4828786"/>
          </a:xfrm>
          <a:prstGeom prst="rect">
            <a:avLst/>
          </a:prstGeom>
        </p:spPr>
      </p:pic>
    </p:spTree>
    <p:extLst>
      <p:ext uri="{BB962C8B-B14F-4D97-AF65-F5344CB8AC3E}">
        <p14:creationId xmlns:p14="http://schemas.microsoft.com/office/powerpoint/2010/main" val="38517528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1.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4.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5.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0.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35.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41.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44.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45.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50.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CG_Grid_16x9.pptx" id="{8830F7DA-A78E-4B82-9935-5CC7FF5B9633}" vid="{52C2632B-9813-48FC-8882-620C42A0A230}"/>
    </a:ext>
  </a:extLst>
</a:theme>
</file>

<file path=ppt/theme/theme2.xml><?xml version="1.0" encoding="utf-8"?>
<a:theme xmlns:a="http://schemas.openxmlformats.org/drawingml/2006/main" name="1_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CG_Grid_16x9.pptx" id="{8830F7DA-A78E-4B82-9935-5CC7FF5B9633}" vid="{52C2632B-9813-48FC-8882-620C42A0A230}"/>
    </a:ext>
  </a:extLst>
</a:theme>
</file>

<file path=ppt/theme/theme3.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7F4FAF2-681B-3243-8FAB-CDEF2BEDFFD0}">
  <we:reference id="wa200010001" version="1.0.0.1" store="en-US" storeType="OMEX"/>
  <we:alternateReferences>
    <we:reference id="wa200010001" version="1.0.0.1" store="en-US" storeType="OMEX"/>
  </we:alternateReferences>
  <we:properties>
    <we:property name="claude.fileId" value="&quot;01a6dce7-fc9a-4d23-84dc-a596649abed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blank</Template>
  <TotalTime>3980</TotalTime>
  <Words>62</Words>
  <Application>Microsoft Macintosh PowerPoint</Application>
  <PresentationFormat>Widescreen</PresentationFormat>
  <Paragraphs>11</Paragraphs>
  <Slides>3</Slides>
  <Notes>2</Notes>
  <HiddenSlides>0</HiddenSlides>
  <MMClips>0</MMClips>
  <ScaleCrop>false</ScaleCrop>
  <HeadingPairs>
    <vt:vector size="10"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3</vt:i4>
      </vt:variant>
      <vt:variant>
        <vt:lpstr>Custom Shows</vt:lpstr>
      </vt:variant>
      <vt:variant>
        <vt:i4>1</vt:i4>
      </vt:variant>
    </vt:vector>
  </HeadingPairs>
  <TitlesOfParts>
    <vt:vector size="10" baseType="lpstr">
      <vt:lpstr>Arial</vt:lpstr>
      <vt:lpstr>Calibri</vt:lpstr>
      <vt:lpstr>Trebuchet MS</vt:lpstr>
      <vt:lpstr>BCG Grid 16:9</vt:lpstr>
      <vt:lpstr>1_BCG Grid 16:9</vt:lpstr>
      <vt:lpstr>think-cell Folie</vt:lpstr>
      <vt:lpstr>  AI Circle #23</vt:lpstr>
      <vt:lpstr>Save the Date: 13.10.26 18h</vt:lpstr>
      <vt:lpstr>Unser Thema heute: Cybersecurity im Zeitalter der KI</vt:lpstr>
      <vt:lpstr>Format Guide Workshop</vt:lpstr>
    </vt:vector>
  </TitlesOfParts>
  <Company>BCG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Circle Kickoff</dc:title>
  <dc:creator>Jens, Mareike</dc:creator>
  <cp:lastModifiedBy>Mareike Jens</cp:lastModifiedBy>
  <cp:revision>151</cp:revision>
  <cp:lastPrinted>2024-01-17T12:16:32Z</cp:lastPrinted>
  <dcterms:created xsi:type="dcterms:W3CDTF">2023-10-31T17:31:53Z</dcterms:created>
  <dcterms:modified xsi:type="dcterms:W3CDTF">2026-09-08T08:49:44Z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2023-10-31T18:56:12Z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8a165d68-3572-4699-9051-02a469fd8756</vt:lpwstr>
  </property>
  <property fmtid="{D5CDD505-2E9C-101B-9397-08002B2CF9AE}" pid="13" name="MSIP_Label_b0d5c4f4-7a29-4385-b7a5-afbe2154ae6f_ContentBits">
    <vt:lpwstr>0</vt:lpwstr>
  </property>
</Properties>
</file>